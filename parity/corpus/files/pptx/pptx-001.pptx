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Click "Save" to apply your changes, or press Cancel to discard them.</a:t>
            </a:r>
          </a:p>
          <a:p>
            <a:r>
              <a:t>This section intentionally left blank.</a:t>
            </a:r>
          </a:p>
        </p:txBody>
      </p:sp>
      <p:sp>
        <p:txBody>
          <a:p>
            <a:r>
              <a:t>All prices include VAT at the applicable rate of 21%.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A load-bearing wall shall not be modified without engineering approval.</a:t>
            </a:r>
          </a:p>
        </p:txBody>
      </p:sp>
      <p:sp>
        <p:txBody>
          <a:p>
            <a:r>
              <a:t>Añada 250 ml de agua y mezcle hasta obtener una masa homogénea.</a:t>
            </a:r>
          </a:p>
          <a:p>
            <a:r>
              <a:t>Ensure the device is powered off before removing the battery cover.</a:t>
            </a:r>
          </a:p>
        </p:txBody>
      </p:sp>
      <p:sp>
        <p:txBody>
          <a:p>
            <a:r>
              <a:t>Use the &lt;b&gt;bold&lt;/b&gt; toggle to emphasize key phrases.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Die maximale Zuladung beträgt 750 kg einschließlich Fahrer.</a:t>
            </a:r>
          </a:p>
        </p:txBody>
      </p:sp>
      <p:sp>
        <p:txBody>
          <a:p>
            <a:r>
              <a:t>Uptime SLA of 99.95% measured monthly, excluding scheduled maintenance.</a:t>
            </a:r>
          </a:p>
        </p:txBody>
      </p:sp>
      <p:sp>
        <p:txBody>
          <a:p>
            <a:r>
              <a:t>Mesures de sécurité : portez des gants et des lunettes de protection.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請在使用前仔細閱讀本說明書。</a:t>
            </a:r>
          </a:p>
        </p:txBody>
      </p:sp>
      <p:sp>
        <p:txBody>
          <a:p>
            <a:r>
              <a:t>The API returns HTTP 429 when the rate limit of 100 req/min is exceeded.</a:t>
            </a:r>
          </a:p>
          <a:p>
            <a:r>
              <a:t>Refunds are processed within 5–10 business days of approval.</a:t>
            </a:r>
          </a:p>
        </p:txBody>
      </p:sp>
    </p:spTree>
  </p:cSld>
</p:sld>
</file>