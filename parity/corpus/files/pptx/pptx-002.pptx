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Session expired — please sign in again to continue where you left off.</a:t>
            </a:r>
          </a:p>
        </p:txBody>
      </p:sp>
      <p:sp>
        <p:txBody>
          <a:p>
            <a:r>
              <a:t>Ensure the device is powered off before removing the battery cover.</a:t>
            </a:r>
          </a:p>
          <a:p>
            <a:r>
              <a:t>Ensure the device is powered off before removing the battery cover.</a:t>
            </a:r>
          </a:p>
        </p:txBody>
      </p:sp>
      <p:sp>
        <p:txBody>
          <a:p>
            <a:r>
              <a:t>Free shipping on orders over $50 — terms apply.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Our team delivers world-class localization at scale — 24/7 support included.</a:t>
            </a:r>
          </a:p>
        </p:txBody>
      </p:sp>
    </p:spTree>
  </p:cSld>
</p:sld>
</file>