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Session expired — please sign in again to continue where you left off.</a:t>
            </a:r>
          </a:p>
          <a:p>
            <a:r>
              <a:t>Storage temperature: −20 °C to +60 °C (−4 °F to +140 °F).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Battery life: up to 18 hours of continuous video playback.</a:t>
            </a:r>
          </a:p>
          <a:p>
            <a:r>
              <a:t>This section intentionally left blank.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Установите приложение и войдите в свою учетную запись.</a:t>
            </a:r>
          </a:p>
        </p:txBody>
      </p:sp>
      <p:sp>
        <p:txBody>
          <a:p>
            <a:r>
              <a:t>Net weight: 454 g (16 oz). Packaged in a facility that handles nuts.</a:t>
            </a:r>
          </a:p>
        </p:txBody>
      </p:sp>
      <p:sp>
        <p:txBody>
          <a:p>
            <a:r>
              <a:t>Uptime SLA of 99.95% measured monthly, excluding scheduled maintenance.</a:t>
            </a:r>
          </a:p>
          <a:p>
            <a:r>
              <a:t>Refunds are processed within 5–10 business days of approval.</a:t>
            </a:r>
          </a:p>
        </p:txBody>
      </p:sp>
    </p:spTree>
  </p:cSld>
</p:sld>
</file>