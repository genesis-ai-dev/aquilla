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Rinse thoroughly with lukewarm water for at least 15 minutes.</a:t>
            </a:r>
          </a:p>
          <a:p>
            <a:r>
              <a:t>Click "Save" to apply your changes, or press Cancel to discard them.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Session expired — please sign in again to continue where you left off.</a:t>
            </a:r>
          </a:p>
        </p:txBody>
      </p:sp>
      <p:sp>
        <p:txBody>
          <a:p>
            <a:r>
              <a:t>Our team delivers world-class localization at scale — 24/7 support included.</a:t>
            </a:r>
          </a:p>
          <a:p>
            <a:r>
              <a:t>Añada 250 ml de agua y mezcle hasta obtener una masa homogénea.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Congratulations! You have unlocked the "Explorer" achievement 🎉.</a:t>
            </a:r>
          </a:p>
          <a:p>
            <a:r>
              <a:t>請在使用前仔細閱讀本說明書。</a:t>
            </a:r>
          </a:p>
        </p:txBody>
      </p:sp>
      <p:sp>
        <p:txBody>
          <a:p>
            <a:r>
              <a:t>製品の仕様は予告なく変更されることがあります。</a:t>
            </a:r>
          </a:p>
        </p:txBody>
      </p:sp>
      <p:sp>
        <p:txBody>
          <a:p>
            <a:r>
              <a:t>A load-bearing wall shall not be modified without engineering approval.</a:t>
            </a:r>
          </a:p>
          <a:p>
            <a:r>
              <a:t>製品の仕様は予告なく変更されることがあります。</a:t>
            </a:r>
          </a:p>
        </p:txBody>
      </p:sp>
    </p:spTree>
  </p:cSld>
</p:sld>
</file>