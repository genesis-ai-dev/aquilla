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Rinse thoroughly with lukewarm water for at least 15 minutes.</a:t>
            </a:r>
          </a:p>
        </p:txBody>
      </p:sp>
      <p:sp>
        <p:txBody>
          <a:p>
            <a:r>
              <a:t>La configuración se guardará automáticamente cada 5 minutos.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Установите приложение и войдите в свою учетную запись.</a:t>
            </a:r>
          </a:p>
        </p:txBody>
      </p:sp>
      <p:sp>
        <p:txBody>
          <a:p>
            <a:r>
              <a:t>Uptime SLA of 99.95% measured monthly, excluding scheduled maintenance.</a:t>
            </a:r>
          </a:p>
          <a:p>
            <a:r>
              <a:t>Please review the attached invoice before the payment deadline.</a:t>
            </a:r>
          </a:p>
        </p:txBody>
      </p:sp>
      <p:sp>
        <p:txBody>
          <a:p>
            <a:r>
              <a:t>Net weight: 454 g (16 oz). Packaged in a facility that handles nuts.</a:t>
            </a:r>
          </a:p>
          <a:p>
            <a:r>
              <a:t>製品の仕様は予告なく変更されることがあります。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Refunds are processed within 5–10 business days of approval.</a:t>
            </a:r>
          </a:p>
          <a:p>
            <a:r>
              <a:t>Mesures de sécurité : portez des gants et des lunettes de protection.</a:t>
            </a:r>
          </a:p>
        </p:txBody>
      </p:sp>
      <p:sp>
        <p:txBody>
          <a:p>
            <a:r>
              <a:t>Congratulations! You have unlocked the "Explorer" achievement 🎉.</a:t>
            </a:r>
          </a:p>
          <a:p>
            <a:r>
              <a:t>Les données personnelles sont traitées conformément au RGPD.</a:t>
            </a:r>
          </a:p>
        </p:txBody>
      </p:sp>
    </p:spTree>
  </p:cSld>
</p:sld>
</file>