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製品の仕様は予告なく変更されることがあります。</a:t>
            </a:r>
          </a:p>
        </p:txBody>
      </p:sp>
      <p:sp>
        <p:txBody>
          <a:p>
            <a:r>
              <a:t>By signing below, the lessee acknowledges receipt of the premises.</a:t>
            </a:r>
          </a:p>
        </p:txBody>
      </p:sp>
      <p:sp>
        <p:txBody>
          <a:p>
            <a:r>
              <a:t>This section intentionally left blank.</a:t>
            </a:r>
          </a:p>
          <a:p>
            <a:r>
              <a:t>Refunds are processed within 5–10 business days of approval.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Ensure the device is powered off before removing the battery cover.</a:t>
            </a:r>
          </a:p>
          <a:p>
            <a:r>
              <a:t>El usuario acepta las condiciones al hacer clic en “Continuar”.</a:t>
            </a:r>
          </a:p>
        </p:txBody>
      </p:sp>
      <p:sp>
        <p:txBody>
          <a:p>
            <a:r>
              <a:t>Refunds are processed within 5–10 business days of approval.</a:t>
            </a:r>
          </a:p>
          <a:p>
            <a:r>
              <a:t>La configuración se guardará automáticamente cada 5 minutos.</a:t>
            </a:r>
          </a:p>
        </p:txBody>
      </p:sp>
      <p:sp>
        <p:txBody>
          <a:p>
            <a:r>
              <a:t>Congratulations! You have unlocked the "Explorer" achievement 🎉.</a:t>
            </a:r>
          </a:p>
        </p:txBody>
      </p:sp>
    </p:spTree>
  </p:cSld>
</p:sld>
</file>