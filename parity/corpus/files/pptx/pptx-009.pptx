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This section intentionally left blank.</a:t>
            </a:r>
          </a:p>
          <a:p>
            <a:r>
              <a:t>Warning: contents may be hot. Handle with care.</a:t>
            </a:r>
          </a:p>
        </p:txBody>
      </p:sp>
      <p:sp>
        <p:txBody>
          <a:p>
            <a:r>
              <a:t>Error 404: the requested resource could not be found on this server.</a:t>
            </a:r>
          </a:p>
          <a:p>
            <a:r>
              <a:t>請在使用前仔細閱讀本說明書。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Die maximale Zuladung beträgt 750 kg einschließlich Fahrer.</a:t>
            </a:r>
          </a:p>
          <a:p>
            <a:r>
              <a:t>Click "Save" to apply your changes, or press Cancel to discard them.</a:t>
            </a:r>
          </a:p>
        </p:txBody>
      </p:sp>
      <p:sp>
        <p:txBody>
          <a:p>
            <a:r>
              <a:t>Please review the attached invoice before the payment deadline.</a:t>
            </a:r>
          </a:p>
        </p:txBody>
      </p:sp>
      <p:sp>
        <p:txBody>
          <a:p>
            <a:r>
              <a:t>Adverse reactions may include nausea, dizziness, and &lt;severe&gt; headaches.</a:t>
            </a:r>
          </a:p>
        </p:txBody>
      </p:sp>
    </p:spTree>
  </p:cSld>
</p:sld>
</file>